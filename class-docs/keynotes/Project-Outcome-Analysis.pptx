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8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69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tlmcguire/django-DefectDojo/tree/0cf193d02/dojo/authorization" TargetMode="External"/><Relationship Id="rId3" Type="http://schemas.openxmlformats.org/officeDocument/2006/relationships/hyperlink" Target="https://github.com/tlmcguire/django-DefectDojo" TargetMode="External"/><Relationship Id="rId7" Type="http://schemas.openxmlformats.org/officeDocument/2006/relationships/hyperlink" Target="https://github.com/tlmcguire/django-DefectDojo/blob/0cf193d02/docker-compose.y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lmcguire/django-DefectDojo/tree/0cf193d02/dojo/db_migrations" TargetMode="External"/><Relationship Id="rId5" Type="http://schemas.openxmlformats.org/officeDocument/2006/relationships/hyperlink" Target="https://github.com/tlmcguire/django-DefectDojo/tree/0cf193d02/unittests" TargetMode="External"/><Relationship Id="rId4" Type="http://schemas.openxmlformats.org/officeDocument/2006/relationships/hyperlink" Target="https://github.com/DefectDojo/django-DefectDoj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github.com/tlmcguire/django-DefectDojo/tree/0cf193d02/unittest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lmcguire/django-DefectDojo/blob/0cf193d02/docker-compose.yml" TargetMode="External"/><Relationship Id="rId5" Type="http://schemas.openxmlformats.org/officeDocument/2006/relationships/hyperlink" Target="https://github.com/tlmcguire/django-DefectDojo/tree/0cf193d02/.github" TargetMode="External"/><Relationship Id="rId4" Type="http://schemas.openxmlformats.org/officeDocument/2006/relationships/hyperlink" Target="https://github.com/tlmcguire/django-DefectDojo/tree/0cf193d02/doj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tlmcguire/django-DefectDojo/blob/0cf193d02/dojo/authorization/api_permissions.py#L382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github.com/tlmcguire/django-DefectDojo/blob/0cf193d02/dojo/finding/helper.py#L21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lmcguire/django-DefectDojo/blob/0cf193d02/dojo/finding/models.py#L1037" TargetMode="External"/><Relationship Id="rId11" Type="http://schemas.openxmlformats.org/officeDocument/2006/relationships/hyperlink" Target="https://github.com/tlmcguire/django-DefectDojo/blob/0cf193d02/.dryrunsecurity.yaml" TargetMode="External"/><Relationship Id="rId5" Type="http://schemas.openxmlformats.org/officeDocument/2006/relationships/hyperlink" Target="https://github.com/tlmcguire/django-DefectDojo/blob/0cf193d02/dojo/notifications/helper.py#L100" TargetMode="External"/><Relationship Id="rId10" Type="http://schemas.openxmlformats.org/officeDocument/2006/relationships/hyperlink" Target="https://github.com/tlmcguire/django-DefectDojo/blob/0cf193d02/SECURITY.md" TargetMode="External"/><Relationship Id="rId4" Type="http://schemas.openxmlformats.org/officeDocument/2006/relationships/hyperlink" Target="https://github.com/tlmcguire/django-DefectDojo/blob/0cf193d02/dojo/tools/factory.py#L11" TargetMode="External"/><Relationship Id="rId9" Type="http://schemas.openxmlformats.org/officeDocument/2006/relationships/hyperlink" Target="https://github.com/tlmcguire/django-DefectDojo/blob/0cf193d02/dojo/authorization/roles_permissions.py#L69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tlmcguire/django-DefectDojo/blob/0cf193d02/docs/content/get_started/open_source/architecture.md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github.com/tlmcguire/django-DefectDojo/blob/0cf193d02/.github/workflows/unit-tests.y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tlmcguire/django-DefectDojo/blob/0cf193d02/unittests/dojo_test_case.py#L573" TargetMode="External"/><Relationship Id="rId5" Type="http://schemas.openxmlformats.org/officeDocument/2006/relationships/hyperlink" Target="https://github.com/tlmcguire/django-DefectDojo/tree/0cf193d02/unittests" TargetMode="External"/><Relationship Id="rId4" Type="http://schemas.openxmlformats.org/officeDocument/2006/relationships/hyperlink" Target="https://github.com/tlmcguire/django-DefectDojo/blob/0cf193d02/dojo/api_v2/serializers.py#L609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tlmcguire/django-DefectDojo/wiki" TargetMode="External"/><Relationship Id="rId4" Type="http://schemas.openxmlformats.org/officeDocument/2006/relationships/hyperlink" Target="https://github.com/tlmcguire/django-DefectDoj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109728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908" y="1263701"/>
            <a:ext cx="855878" cy="8558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06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360  ·  SOFTWARE ARCHITECTURE, SECURITY, AND TESTING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718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 Analysis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DefectDojo - Application-Security Finding Management, Forked and Analyzed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 McGuire   ·  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0" cy="47091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DefectDojo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 Django application that lets AppSec and development teams import findings from dozens of security scanners, track them across products and engagements, and manage remediation in one place.
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fork: </a:t>
            </a:r>
            <a:r>
              <a:rPr lang="en-US" sz="13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github.com/tlmcguire/django-DefectDojo
</a:t>
            </a:r>
            <a:endParaRPr lang="en-US" sz="18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Upstream: </a:t>
            </a:r>
            <a:r>
              <a:rPr lang="en-US" sz="13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github.com/DefectDojo/django-DefectDojo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71600"/>
            <a:ext cx="2392528" cy="2148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583680" y="1600200"/>
            <a:ext cx="2392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</a:t>
            </a:r>
            <a:endParaRPr lang="en-US" sz="3400" dirty="0"/>
          </a:p>
        </p:txBody>
      </p:sp>
      <p:sp>
        <p:nvSpPr>
          <p:cNvPr id="7" name="Text 5">
            <a:hlinkClick r:id="rId5"/>
          </p:cNvPr>
          <p:cNvSpPr txBox="1"/>
          <p:nvPr/>
        </p:nvSpPr>
        <p:spPr>
          <a:xfrm>
            <a:off x="6720840" y="2468880"/>
            <a:ext cx="211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 test files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unittests/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50528" y="1371600"/>
            <a:ext cx="2392528" cy="2148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250528" y="1600200"/>
            <a:ext cx="2392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292</a:t>
            </a:r>
            <a:endParaRPr lang="en-US" sz="3400" dirty="0"/>
          </a:p>
        </p:txBody>
      </p:sp>
      <p:sp>
        <p:nvSpPr>
          <p:cNvPr id="10" name="Text 8">
            <a:hlinkClick r:id="rId6"/>
          </p:cNvPr>
          <p:cNvSpPr txBox="1"/>
          <p:nvPr/>
        </p:nvSpPr>
        <p:spPr>
          <a:xfrm>
            <a:off x="9387688" y="2468880"/>
            <a:ext cx="211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sequential schema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migrations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3794760"/>
            <a:ext cx="2392528" cy="2148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83680" y="4023360"/>
            <a:ext cx="2392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>
            <a:hlinkClick r:id="rId7"/>
          </p:cNvPr>
          <p:cNvSpPr txBox="1"/>
          <p:nvPr/>
        </p:nvSpPr>
        <p:spPr>
          <a:xfrm>
            <a:off x="6720840" y="4892040"/>
            <a:ext cx="211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runtime services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docker-compose.yml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50528" y="3794760"/>
            <a:ext cx="2392528" cy="2148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250528" y="4023360"/>
            <a:ext cx="2392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6" name="Text 14">
            <a:hlinkClick r:id="rId8"/>
          </p:cNvPr>
          <p:cNvSpPr txBox="1"/>
          <p:nvPr/>
        </p:nvSpPr>
        <p:spPr>
          <a:xfrm>
            <a:off x="9387688" y="4892040"/>
            <a:ext cx="2118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focused modules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dojo/authorization/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 Analysis  ·  CSCI 360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Tool, and How I Used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9601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4859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15755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463040"/>
            <a:ext cx="9631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directly inside the cloned fork, with shell and file access to the whole repository - not a chat window I pasted snippets into.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2567864" cy="31089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13232" y="2834640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Verify the setup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474720"/>
            <a:ext cx="2238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fork, origin/upstream remotes, and repo structure against the live GitHub API and git - not assumed.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0824" y="2606040"/>
            <a:ext cx="2567864" cy="31089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555416" y="2834640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Research the codebase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3555416" y="3474720"/>
            <a:ext cx="2238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</a:t>
            </a:r>
            <a:r>
              <a:rPr lang="en-US" sz="115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dojo/</a:t>
            </a: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.github/</a:t>
            </a: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docker-compose.yml</a:t>
            </a: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15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unittests/</a:t>
            </a: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real evidence behind each of the 17 outcomes.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33008" y="2606040"/>
            <a:ext cx="2567864" cy="31089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397600" y="2834640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Draft with citations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397600" y="3474720"/>
            <a:ext cx="2238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each outcome paragraph anchored to a specific file, class, or function - no generic claims.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75191" y="2606040"/>
            <a:ext cx="2567864" cy="310896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239783" y="2834640"/>
            <a:ext cx="223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Spot-check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9239783" y="3474720"/>
            <a:ext cx="2238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Re-verified the highest-stakes citations with direct grep/find before anything was finalized.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 Analysis  ·  CSCI 360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Ratio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4401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15169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280160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seventeen outcomes landed, after two full passes of verification against the real code.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2567864" cy="32461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49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supported by real, cited code.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90824" y="2423160"/>
            <a:ext cx="2567864" cy="3246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390824" y="27432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3390824" y="3749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19424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exists, but it analogizes to the outcome rather than fulfilling it.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3008" y="2423160"/>
            <a:ext cx="2567864" cy="3246120"/>
          </a:xfrm>
          <a:prstGeom prst="rect">
            <a:avLst/>
          </a:prstGeom>
          <a:solidFill>
            <a:srgbClr val="B047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233008" y="27432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6233008" y="3749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NO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461608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6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exist yet in this form - I'd be building it myself.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75191" y="2423160"/>
            <a:ext cx="2567864" cy="324612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075191" y="27432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21" name="Text 18"/>
          <p:cNvSpPr txBox="1"/>
          <p:nvPr/>
        </p:nvSpPr>
        <p:spPr>
          <a:xfrm>
            <a:off x="9075191" y="37490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303791" y="425196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not AI dependent.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for every outcome: wiki -&gt; Project Outcome Analysis, or class-docs/project-outcome-analysis.md.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 Analysis  ·  CSCI 360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4663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63369" y="16687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381" y="17647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68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8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Patterns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490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Factory/Registry in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dojo/tools/factory.py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auto-registers every parser. Observer/Strategy in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dojo/notifications/helper.py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drives Slack, Teams, email, and webhook alerts polymorphically.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8218" y="1417320"/>
            <a:ext cx="3515258" cy="4663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52948" y="16687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60" y="17647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38218" y="2468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9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21098" y="274320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GRASP Responsibilities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37490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Finding.status()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Information Expert over its own state. ImportScanView stays a thin Controller that delegates to DefaultImporter. Dedup logic in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finding/helper.py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kept out of the model as Pure Fabrication.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27797" y="1417320"/>
            <a:ext cx="3515258" cy="4663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542526" y="16687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538" y="176479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27797" y="2468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17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310677" y="274320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Misuse / Abuse Cases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37490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dojo/authorization/api_permissions.py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roles_permissions.py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 Permissions(IntEnum) encode explicit per-resource misuse boundaries;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SECURITY.md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.dryrunsecurity.yaml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 it up.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 Analysis  ·  CSCI 360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That Need a Caveat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4663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63369" y="1668780"/>
            <a:ext cx="685800" cy="685800"/>
          </a:xfrm>
          <a:prstGeom prst="ellipse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381" y="17647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68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6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15768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Contracts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490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validate_scan_date and four validate() methods in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serializers.py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enforce real preconditions - but that's API input validation, not a Larman-style contract on the domain model. I'd be building the contract, not citing 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8218" y="1417320"/>
            <a:ext cx="3515258" cy="4663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52948" y="1668780"/>
            <a:ext cx="685800" cy="685800"/>
          </a:xfrm>
          <a:prstGeom prst="ellipse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60" y="176479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38218" y="2468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13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338218" y="2715768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21098" y="301752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Test-Driven Development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566818" y="37490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 test_*.py files in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unittests/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DojoTestCase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base) run as a required check in </a:t>
            </a: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.github/workflows/unit-tests.yml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real testing discipline, but not proof any of it was written test-first.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27797" y="1417320"/>
            <a:ext cx="3515258" cy="466344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542526" y="1668780"/>
            <a:ext cx="685800" cy="685800"/>
          </a:xfrm>
          <a:prstGeom prst="ellipse">
            <a:avLst/>
          </a:prstGeom>
          <a:solidFill>
            <a:srgbClr val="FBEA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538" y="176479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27797" y="24688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15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127797" y="2715768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B04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8310677" y="3017520"/>
            <a:ext cx="31494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Document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356397" y="3749040"/>
            <a:ext cx="30580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u="sng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architecture.md</a:t>
            </a:r>
            <a:r>
              <a:rPr lang="en-US" sz="11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51-line component list - closer to a deployment README than a formal SAD with explicit views. I'd be writing most of it myself.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 Analysis  ·  CSCI 360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Claude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141732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2763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did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627632"/>
            <a:ext cx="7482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directed the research and fact-checked it: chose which outcomes to interrogate, made the judgment calls Claude can't make for me, and re-verified every citation before it went in this deck or the wiki.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94415" cy="141732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322783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did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227832"/>
            <a:ext cx="7482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navigated the codebase file by file and wrote all seventeen outcome findings - each anchored to a specific file, class, or function, then re-checked against the repo before anything was finalized.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94415" cy="1417320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482803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28032"/>
            <a:ext cx="7482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traces to a real file, class, or function that either of us can open on request - not a generic description that would fit any project.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 Analysis  ·  CSCI 360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45" y="1558138"/>
            <a:ext cx="724205" cy="7242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8346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5" name="Text 2">
            <a:hlinkClick r:id="rId4"/>
          </p:cNvPr>
          <p:cNvSpPr txBox="1"/>
          <p:nvPr/>
        </p:nvSpPr>
        <p:spPr>
          <a:xfrm>
            <a:off x="0" y="370332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github.com/tlmcguire/django-DefectDojo</a:t>
            </a:r>
            <a:endParaRPr lang="en-US" sz="1600" dirty="0"/>
          </a:p>
        </p:txBody>
      </p:sp>
      <p:sp>
        <p:nvSpPr>
          <p:cNvPr id="6" name="Text 3">
            <a:hlinkClick r:id="rId5"/>
          </p:cNvPr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Wiki: Project-Outcome-Analysis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784</Words>
  <Application>Microsoft Macintosh PowerPoint</Application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Mcguire, Tyler (Student)</cp:lastModifiedBy>
  <cp:revision>2</cp:revision>
  <dcterms:created xsi:type="dcterms:W3CDTF">2026-09-04T12:47:32Z</dcterms:created>
  <dcterms:modified xsi:type="dcterms:W3CDTF">2026-09-04T12:51:42Z</dcterms:modified>
</cp:coreProperties>
</file>