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84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61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52560" y="0"/>
            <a:ext cx="3136392" cy="6858000"/>
          </a:xfrm>
          <a:prstGeom prst="rect">
            <a:avLst/>
          </a:prstGeom>
          <a:solidFill>
            <a:srgbClr val="102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52560" y="0"/>
            <a:ext cx="109728" cy="6858000"/>
          </a:xfrm>
          <a:prstGeom prst="rect">
            <a:avLst/>
          </a:prstGeom>
          <a:solidFill>
            <a:srgbClr val="E862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360 - SOFTWARE ARCHITECTURE, SECURITY, AND TESTING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Demo &amp;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Analysis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DefectDojo - application-security vulnerability management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Tyler McGuire  ·  Fall 2026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281160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281160" y="12618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tlmcguire/django-DefectDojo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28116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281160" y="22219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DRF, Celery, Postgres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28116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VIA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31821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(dev mode)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RUNNING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project, running from source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943600" cy="4434840"/>
          </a:xfrm>
          <a:prstGeom prst="rect">
            <a:avLst/>
          </a:prstGeom>
          <a:solidFill>
            <a:srgbClr val="102A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../screenshot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5669280" cy="35433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2578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http://127.0.0.1:8080 - Docker Compose, dev mode, hot-reloading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858000" y="150876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086600" y="1618488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 53s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161848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build, --no-cache,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from scratch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0" y="301752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086600" y="3127248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29s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8823960" y="312724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→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HTTP response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858000" y="452628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086600" y="4636008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823960" y="463600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Docker Desktop,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macOS, nothing else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concepts from the real-world domain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class-docs/domain-model.md  ·  no methods, no types - attributes and associations only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reasoning for these 7 concepts (and what's deliberately left out) is in class-docs/domain-model.md</a:t>
            </a:r>
            <a:endParaRPr lang="en-US" sz="1050" dirty="0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7AEAA26B-5663-6593-DDED-6A786F751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916" y="1738993"/>
            <a:ext cx="2891324" cy="45687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REPRESENTATIONAL GAP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representational gap I found most interesting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0881360" cy="4206240"/>
          </a:xfrm>
          <a:prstGeom prst="roundRect">
            <a:avLst>
              <a:gd name="adj" fmla="val 1739"/>
            </a:avLst>
          </a:prstGeom>
          <a:solidFill>
            <a:srgbClr val="102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MATCH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done to fix a finding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83280"/>
            <a:ext cx="10149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8622C"/>
                </a:solidFill>
              </a:rPr>
              <a:t>Domain concept: </a:t>
            </a:r>
            <a:r>
              <a:rPr lang="en-US" sz="1500" dirty="0">
                <a:solidFill>
                  <a:srgbClr val="D9E6F2"/>
                </a:solidFill>
              </a:rPr>
              <a:t>the record of what fix was applied, by whom, and whether it was verified.
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8622C"/>
                </a:solidFill>
              </a:rPr>
              <a:t>In the code: </a:t>
            </a:r>
            <a:r>
              <a:rPr lang="en-US" sz="1500" dirty="0">
                <a:solidFill>
                  <a:srgbClr val="D9E6F2"/>
                </a:solidFill>
              </a:rPr>
              <a:t>nowhere as its own entity - split between 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Finding.mitigation</a:t>
            </a:r>
            <a:r>
              <a:rPr lang="en-US" sz="1500" dirty="0">
                <a:solidFill>
                  <a:srgbClr val="D9E6F2"/>
                </a:solidFill>
              </a:rPr>
              <a:t> (advice text, dojo/finding/models.py:179) and 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is_mitigated / mitigated / mitigated_by</a:t>
            </a:r>
            <a:r>
              <a:rPr lang="en-US" sz="1500" dirty="0">
                <a:solidFill>
                  <a:srgbClr val="D9E6F2"/>
                </a:solidFill>
              </a:rPr>
              <a:t> (closure tracking only, lines 281-295).
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8622C"/>
                </a:solidFill>
              </a:rPr>
              <a:t>The cost: </a:t>
            </a:r>
            <a:r>
              <a:rPr lang="en-US" sz="1500" dirty="0">
                <a:solidFill>
                  <a:srgbClr val="D9E6F2"/>
                </a:solidFill>
              </a:rPr>
              <a:t>DefectDojo can tell you a finding is closed and who closed it - but not how. No structured way to ask “what fix pattern works across the fleet.”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THING ABOUT THE BUILD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Nothing.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D9E6F2"/>
                </a:solidFill>
              </a:rPr>
              <a:t>The project uses docker compose, so building locally was simple. Cold build to a responding login page: under 3.5 minutes. The closest thing to friction was Docker Desktop's daemon not being started yet on the first try - a config issue on my machine, not the project, fixed in about 30 seconds.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337</Words>
  <Application>Microsoft Macintosh PowerPoint</Application>
  <PresentationFormat>Widescreen</PresentationFormat>
  <Paragraphs>43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Mcguire, Tyler (Student)</cp:lastModifiedBy>
  <cp:revision>2</cp:revision>
  <dcterms:created xsi:type="dcterms:W3CDTF">2026-09-07T14:53:01Z</dcterms:created>
  <dcterms:modified xsi:type="dcterms:W3CDTF">2026-09-07T15:00:22Z</dcterms:modified>
</cp:coreProperties>
</file>